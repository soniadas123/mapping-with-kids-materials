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11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55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35FD-0D23-55A9-2C63-7604EC3A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88213-DEB6-E068-B939-48A9D563F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B0FF1-58D4-30A7-61F7-240F6D011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0938-DBE3-C5C0-B0FC-2D8277F3E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32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ckground"/>
          <p:cNvSpPr/>
          <p:nvPr/>
        </p:nvSpPr>
        <p:spPr>
          <a:xfrm>
            <a:off x="0" y="0"/>
            <a:ext cx="7562088" cy="47091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WITH KIDS</a:t>
            </a:r>
            <a:endParaRPr lang="en-US" sz="1100" dirty="0"/>
          </a:p>
        </p:txBody>
      </p:sp>
      <p:sp>
        <p:nvSpPr>
          <p:cNvPr id="4" name="Pill"/>
          <p:cNvSpPr/>
          <p:nvPr/>
        </p:nvSpPr>
        <p:spPr>
          <a:xfrm>
            <a:off x="4754880" y="411480"/>
            <a:ext cx="2276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754880" y="4114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activity · Ages 8–15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868680"/>
            <a:ext cx="6501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</a:t>
            </a:r>
            <a:r>
              <a:rPr lang="en-US" sz="5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783080"/>
            <a:ext cx="650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neighbourhood mapper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860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what you know about your streets on a paper map, then watch your drawing appear on a digital map of the world.</a:t>
            </a:r>
            <a:endParaRPr lang="en-US" sz="1500" dirty="0"/>
          </a:p>
        </p:txBody>
      </p:sp>
      <p:pic>
        <p:nvPicPr>
          <p:cNvPr id="9" name="Paper to map illustrati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063240"/>
            <a:ext cx="4937760" cy="1444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4937760"/>
            <a:ext cx="650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hours, your child will</a:t>
            </a:r>
            <a:endParaRPr lang="en-US" sz="2100" dirty="0"/>
          </a:p>
        </p:txBody>
      </p:sp>
      <p:sp>
        <p:nvSpPr>
          <p:cNvPr id="11" name="Step 1 circle"/>
          <p:cNvSpPr/>
          <p:nvPr/>
        </p:nvSpPr>
        <p:spPr>
          <a:xfrm>
            <a:off x="530352" y="5486400"/>
            <a:ext cx="329184" cy="32918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30352" y="5486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54681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parks, water, shops and shortcuts only locals know</a:t>
            </a:r>
            <a:endParaRPr lang="en-US" sz="1250" dirty="0"/>
          </a:p>
        </p:txBody>
      </p:sp>
      <p:sp>
        <p:nvSpPr>
          <p:cNvPr id="14" name="Step 2 circle"/>
          <p:cNvSpPr/>
          <p:nvPr/>
        </p:nvSpPr>
        <p:spPr>
          <a:xfrm>
            <a:off x="3931920" y="5486400"/>
            <a:ext cx="329184" cy="32918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3931920" y="5486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370832" y="54681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 on a printed street map with a colour-coded key</a:t>
            </a:r>
            <a:endParaRPr lang="en-US" sz="1250" dirty="0"/>
          </a:p>
        </p:txBody>
      </p:sp>
      <p:sp>
        <p:nvSpPr>
          <p:cNvPr id="17" name="Step 3 circle"/>
          <p:cNvSpPr/>
          <p:nvPr/>
        </p:nvSpPr>
        <p:spPr>
          <a:xfrm>
            <a:off x="530352" y="6172200"/>
            <a:ext cx="329184" cy="32918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530352" y="6172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61539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map and see a computer turn it into real map data</a:t>
            </a:r>
            <a:endParaRPr lang="en-US" sz="1250" dirty="0"/>
          </a:p>
        </p:txBody>
      </p:sp>
      <p:sp>
        <p:nvSpPr>
          <p:cNvPr id="20" name="Step 4 circle"/>
          <p:cNvSpPr/>
          <p:nvPr/>
        </p:nvSpPr>
        <p:spPr>
          <a:xfrm>
            <a:off x="3931920" y="6172200"/>
            <a:ext cx="329184" cy="329184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3931920" y="6172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70832" y="61539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their drawing with satellite images of the same streets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30352" y="6949440"/>
            <a:ext cx="6501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you'll meet: 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website that reads hand-drawn maps, and real map-making software to see everyone's drawings on one map.</a:t>
            </a:r>
            <a:endParaRPr lang="en-US" sz="1250" dirty="0"/>
          </a:p>
        </p:txBody>
      </p:sp>
      <p:sp>
        <p:nvSpPr>
          <p:cNvPr id="24" name="When and time box"/>
          <p:cNvSpPr/>
          <p:nvPr/>
        </p:nvSpPr>
        <p:spPr>
          <a:xfrm>
            <a:off x="530352" y="7635240"/>
            <a:ext cx="6501384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Divider"/>
          <p:cNvSpPr/>
          <p:nvPr/>
        </p:nvSpPr>
        <p:spPr>
          <a:xfrm>
            <a:off x="3781044" y="7635240"/>
            <a:ext cx="0" cy="96012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731520" y="7744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7" name="Date main"/>
          <p:cNvSpPr txBox="1"/>
          <p:nvPr/>
        </p:nvSpPr>
        <p:spPr>
          <a:xfrm>
            <a:off x="731520" y="7936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Saturday</a:t>
            </a:r>
            <a:endParaRPr lang="en-US" sz="1900" dirty="0"/>
          </a:p>
        </p:txBody>
      </p:sp>
      <p:sp>
        <p:nvSpPr>
          <p:cNvPr id="28" name="Date detail"/>
          <p:cNvSpPr txBox="1"/>
          <p:nvPr/>
        </p:nvSpPr>
        <p:spPr>
          <a:xfrm>
            <a:off x="731520" y="82844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24 October 2026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3982212" y="7744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30" name="Time main"/>
          <p:cNvSpPr txBox="1"/>
          <p:nvPr/>
        </p:nvSpPr>
        <p:spPr>
          <a:xfrm>
            <a:off x="3982212" y="7936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– 12 noon</a:t>
            </a:r>
            <a:endParaRPr lang="en-US" sz="1900" dirty="0"/>
          </a:p>
        </p:txBody>
      </p:sp>
      <p:sp>
        <p:nvSpPr>
          <p:cNvPr id="31" name="Time detail"/>
          <p:cNvSpPr txBox="1"/>
          <p:nvPr/>
        </p:nvSpPr>
        <p:spPr>
          <a:xfrm>
            <a:off x="3982212" y="82844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150" dirty="0"/>
          </a:p>
        </p:txBody>
      </p:sp>
      <p:sp>
        <p:nvSpPr>
          <p:cNvPr id="32" name="Note box"/>
          <p:cNvSpPr/>
          <p:nvPr/>
        </p:nvSpPr>
        <p:spPr>
          <a:xfrm>
            <a:off x="530352" y="8778240"/>
            <a:ext cx="6501384" cy="566928"/>
          </a:xfrm>
          <a:prstGeom prst="roundRect">
            <a:avLst>
              <a:gd name="adj" fmla="val 1935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731520" y="8778240"/>
            <a:ext cx="6099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note: 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involves walking around the neighbourhood and collecting data.</a:t>
            </a:r>
            <a:endParaRPr lang="en-US" sz="1250" dirty="0"/>
          </a:p>
        </p:txBody>
      </p:sp>
      <p:sp>
        <p:nvSpPr>
          <p:cNvPr id="34" name="Contact box"/>
          <p:cNvSpPr/>
          <p:nvPr/>
        </p:nvSpPr>
        <p:spPr>
          <a:xfrm>
            <a:off x="530352" y="9509760"/>
            <a:ext cx="6501384" cy="603504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731520" y="950976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MORE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2130552" y="95097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99161 28434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2BC4F-78E2-BC3B-2E7D-0F2709D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ckground">
            <a:extLst>
              <a:ext uri="{FF2B5EF4-FFF2-40B4-BE49-F238E27FC236}">
                <a16:creationId xmlns:a16="http://schemas.microsoft.com/office/drawing/2014/main" id="{F5D50132-424F-D940-3776-B253A0A8C0B7}"/>
              </a:ext>
            </a:extLst>
          </p:cNvPr>
          <p:cNvSpPr/>
          <p:nvPr/>
        </p:nvSpPr>
        <p:spPr>
          <a:xfrm>
            <a:off x="0" y="0"/>
            <a:ext cx="7562088" cy="47091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5B917A-520B-9190-A3CD-DA23036C027D}"/>
              </a:ext>
            </a:extLst>
          </p:cNvPr>
          <p:cNvSpPr txBox="1"/>
          <p:nvPr/>
        </p:nvSpPr>
        <p:spPr>
          <a:xfrm>
            <a:off x="530352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WITH KIDS</a:t>
            </a:r>
            <a:endParaRPr lang="en-US" sz="1100" dirty="0"/>
          </a:p>
        </p:txBody>
      </p:sp>
      <p:sp>
        <p:nvSpPr>
          <p:cNvPr id="4" name="Pill">
            <a:extLst>
              <a:ext uri="{FF2B5EF4-FFF2-40B4-BE49-F238E27FC236}">
                <a16:creationId xmlns:a16="http://schemas.microsoft.com/office/drawing/2014/main" id="{C57AF213-024F-E55A-57C4-B587745167E8}"/>
              </a:ext>
            </a:extLst>
          </p:cNvPr>
          <p:cNvSpPr/>
          <p:nvPr/>
        </p:nvSpPr>
        <p:spPr>
          <a:xfrm>
            <a:off x="4754880" y="411480"/>
            <a:ext cx="2276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5E1465-471F-D5F2-1867-424C9755712E}"/>
              </a:ext>
            </a:extLst>
          </p:cNvPr>
          <p:cNvSpPr txBox="1"/>
          <p:nvPr/>
        </p:nvSpPr>
        <p:spPr>
          <a:xfrm>
            <a:off x="4754880" y="4114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activity · Ages 8–15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24D3C3-BC4A-47FB-052A-D6E3B58C537E}"/>
              </a:ext>
            </a:extLst>
          </p:cNvPr>
          <p:cNvSpPr txBox="1"/>
          <p:nvPr/>
        </p:nvSpPr>
        <p:spPr>
          <a:xfrm>
            <a:off x="530352" y="868680"/>
            <a:ext cx="6501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</a:t>
            </a:r>
            <a:r>
              <a:rPr lang="en-US" sz="5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5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CC940C-B5A2-0FD9-33F7-B4CF87D2404B}"/>
              </a:ext>
            </a:extLst>
          </p:cNvPr>
          <p:cNvSpPr txBox="1"/>
          <p:nvPr/>
        </p:nvSpPr>
        <p:spPr>
          <a:xfrm>
            <a:off x="530352" y="1783080"/>
            <a:ext cx="650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neighbourhood mapper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2915B6-AB4A-CCCD-ED57-C6D43CC99ABE}"/>
              </a:ext>
            </a:extLst>
          </p:cNvPr>
          <p:cNvSpPr txBox="1"/>
          <p:nvPr/>
        </p:nvSpPr>
        <p:spPr>
          <a:xfrm>
            <a:off x="530352" y="22860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what you know about your streets on a paper map, then watch your drawing appear on a digital map of the world.</a:t>
            </a:r>
            <a:endParaRPr lang="en-US" sz="1500" dirty="0"/>
          </a:p>
        </p:txBody>
      </p:sp>
      <p:pic>
        <p:nvPicPr>
          <p:cNvPr id="9" name="Paper to map illustration" descr="preencoded.png">
            <a:extLst>
              <a:ext uri="{FF2B5EF4-FFF2-40B4-BE49-F238E27FC236}">
                <a16:creationId xmlns:a16="http://schemas.microsoft.com/office/drawing/2014/main" id="{9D4661A3-4FF9-394B-7D6D-A977B0C4A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063240"/>
            <a:ext cx="4937760" cy="1444752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1F242E3-4881-7B00-7D42-3E0CD9ACE77C}"/>
              </a:ext>
            </a:extLst>
          </p:cNvPr>
          <p:cNvSpPr txBox="1"/>
          <p:nvPr/>
        </p:nvSpPr>
        <p:spPr>
          <a:xfrm>
            <a:off x="530352" y="5016500"/>
            <a:ext cx="650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mapping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3A14C43-1701-8F7A-49A9-A2A829C0F963}"/>
              </a:ext>
            </a:extLst>
          </p:cNvPr>
          <p:cNvSpPr txBox="1"/>
          <p:nvPr/>
        </p:nvSpPr>
        <p:spPr>
          <a:xfrm>
            <a:off x="533400" y="5549900"/>
            <a:ext cx="650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first look at how maps are made. Children draw the streets, parks and landmarks they know on a paper map, then turn their drawing into real digital map data.</a:t>
            </a:r>
          </a:p>
        </p:txBody>
      </p:sp>
      <p:sp>
        <p:nvSpPr>
          <p:cNvPr id="24" name="When and time box">
            <a:extLst>
              <a:ext uri="{FF2B5EF4-FFF2-40B4-BE49-F238E27FC236}">
                <a16:creationId xmlns:a16="http://schemas.microsoft.com/office/drawing/2014/main" id="{339DA9D2-890E-B8B9-B72C-9E3B5CE1E9D3}"/>
              </a:ext>
            </a:extLst>
          </p:cNvPr>
          <p:cNvSpPr/>
          <p:nvPr/>
        </p:nvSpPr>
        <p:spPr>
          <a:xfrm>
            <a:off x="530352" y="6860540"/>
            <a:ext cx="6501384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Divider">
            <a:extLst>
              <a:ext uri="{FF2B5EF4-FFF2-40B4-BE49-F238E27FC236}">
                <a16:creationId xmlns:a16="http://schemas.microsoft.com/office/drawing/2014/main" id="{7FA71375-691F-43D5-F446-1089037C6BE5}"/>
              </a:ext>
            </a:extLst>
          </p:cNvPr>
          <p:cNvSpPr/>
          <p:nvPr/>
        </p:nvSpPr>
        <p:spPr>
          <a:xfrm>
            <a:off x="3781044" y="6860540"/>
            <a:ext cx="0" cy="96012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A7A0E19-2D15-0E1A-5CE6-4569CB8F8248}"/>
              </a:ext>
            </a:extLst>
          </p:cNvPr>
          <p:cNvSpPr txBox="1"/>
          <p:nvPr/>
        </p:nvSpPr>
        <p:spPr>
          <a:xfrm>
            <a:off x="731520" y="69702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7" name="Date main">
            <a:extLst>
              <a:ext uri="{FF2B5EF4-FFF2-40B4-BE49-F238E27FC236}">
                <a16:creationId xmlns:a16="http://schemas.microsoft.com/office/drawing/2014/main" id="{1A1E398A-6AE3-17F1-3501-DCB3B2733F9D}"/>
              </a:ext>
            </a:extLst>
          </p:cNvPr>
          <p:cNvSpPr txBox="1"/>
          <p:nvPr/>
        </p:nvSpPr>
        <p:spPr>
          <a:xfrm>
            <a:off x="731520" y="71622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Saturday</a:t>
            </a:r>
            <a:endParaRPr lang="en-US" sz="1900" dirty="0"/>
          </a:p>
        </p:txBody>
      </p:sp>
      <p:sp>
        <p:nvSpPr>
          <p:cNvPr id="28" name="Date detail">
            <a:extLst>
              <a:ext uri="{FF2B5EF4-FFF2-40B4-BE49-F238E27FC236}">
                <a16:creationId xmlns:a16="http://schemas.microsoft.com/office/drawing/2014/main" id="{FE6A7D77-7BBA-3853-E54E-521AA70AC048}"/>
              </a:ext>
            </a:extLst>
          </p:cNvPr>
          <p:cNvSpPr txBox="1"/>
          <p:nvPr/>
        </p:nvSpPr>
        <p:spPr>
          <a:xfrm>
            <a:off x="731520" y="75097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24 October 2026</a:t>
            </a:r>
            <a:endParaRPr lang="en-US" sz="11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810D557C-A612-FE0B-CD26-54DDC9DFA607}"/>
              </a:ext>
            </a:extLst>
          </p:cNvPr>
          <p:cNvSpPr txBox="1"/>
          <p:nvPr/>
        </p:nvSpPr>
        <p:spPr>
          <a:xfrm>
            <a:off x="3982212" y="69702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30" name="Time main">
            <a:extLst>
              <a:ext uri="{FF2B5EF4-FFF2-40B4-BE49-F238E27FC236}">
                <a16:creationId xmlns:a16="http://schemas.microsoft.com/office/drawing/2014/main" id="{204814F5-7122-930C-6B79-B46187E69457}"/>
              </a:ext>
            </a:extLst>
          </p:cNvPr>
          <p:cNvSpPr txBox="1"/>
          <p:nvPr/>
        </p:nvSpPr>
        <p:spPr>
          <a:xfrm>
            <a:off x="3982212" y="71622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– 12 noon</a:t>
            </a:r>
            <a:endParaRPr lang="en-US" sz="1900" dirty="0"/>
          </a:p>
        </p:txBody>
      </p:sp>
      <p:sp>
        <p:nvSpPr>
          <p:cNvPr id="31" name="Time detail">
            <a:extLst>
              <a:ext uri="{FF2B5EF4-FFF2-40B4-BE49-F238E27FC236}">
                <a16:creationId xmlns:a16="http://schemas.microsoft.com/office/drawing/2014/main" id="{A4E25D5C-1165-3C7A-3486-425F857402F4}"/>
              </a:ext>
            </a:extLst>
          </p:cNvPr>
          <p:cNvSpPr txBox="1"/>
          <p:nvPr/>
        </p:nvSpPr>
        <p:spPr>
          <a:xfrm>
            <a:off x="3982212" y="75097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150" dirty="0"/>
          </a:p>
        </p:txBody>
      </p:sp>
      <p:sp>
        <p:nvSpPr>
          <p:cNvPr id="32" name="Note box">
            <a:extLst>
              <a:ext uri="{FF2B5EF4-FFF2-40B4-BE49-F238E27FC236}">
                <a16:creationId xmlns:a16="http://schemas.microsoft.com/office/drawing/2014/main" id="{9BD08F59-5A17-1D90-0994-E6187788BCB5}"/>
              </a:ext>
            </a:extLst>
          </p:cNvPr>
          <p:cNvSpPr/>
          <p:nvPr/>
        </p:nvSpPr>
        <p:spPr>
          <a:xfrm>
            <a:off x="530352" y="8130540"/>
            <a:ext cx="6501384" cy="566928"/>
          </a:xfrm>
          <a:prstGeom prst="roundRect">
            <a:avLst>
              <a:gd name="adj" fmla="val 1935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2BD9C85-9661-6F3B-6D94-2EE7E81F076A}"/>
              </a:ext>
            </a:extLst>
          </p:cNvPr>
          <p:cNvSpPr txBox="1"/>
          <p:nvPr/>
        </p:nvSpPr>
        <p:spPr>
          <a:xfrm>
            <a:off x="731520" y="8130540"/>
            <a:ext cx="6099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note: </a:t>
            </a: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involves walking around the neighbourhood and collecting data.</a:t>
            </a:r>
            <a:endParaRPr lang="en-US" sz="1250" dirty="0"/>
          </a:p>
        </p:txBody>
      </p:sp>
      <p:sp>
        <p:nvSpPr>
          <p:cNvPr id="34" name="Contact box">
            <a:extLst>
              <a:ext uri="{FF2B5EF4-FFF2-40B4-BE49-F238E27FC236}">
                <a16:creationId xmlns:a16="http://schemas.microsoft.com/office/drawing/2014/main" id="{436F79D2-953E-4F9D-5421-9BFEE2CFB493}"/>
              </a:ext>
            </a:extLst>
          </p:cNvPr>
          <p:cNvSpPr/>
          <p:nvPr/>
        </p:nvSpPr>
        <p:spPr>
          <a:xfrm>
            <a:off x="530352" y="9001760"/>
            <a:ext cx="6501384" cy="603504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C782D41-4F4D-120C-B84E-EB83502ED227}"/>
              </a:ext>
            </a:extLst>
          </p:cNvPr>
          <p:cNvSpPr txBox="1"/>
          <p:nvPr/>
        </p:nvSpPr>
        <p:spPr>
          <a:xfrm>
            <a:off x="731520" y="900176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MORE</a:t>
            </a:r>
            <a:endParaRPr lang="en-US" sz="9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0C37512-E48E-A9CC-CF8F-6CF725AB8345}"/>
              </a:ext>
            </a:extLst>
          </p:cNvPr>
          <p:cNvSpPr txBox="1"/>
          <p:nvPr/>
        </p:nvSpPr>
        <p:spPr>
          <a:xfrm>
            <a:off x="2130552" y="90017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99161 28434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77811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391095-96B4-4328-AE8D-A2E0BA81EB2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f9e77b7-b1f6-4f2e-a32a-eae576e6883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274</Words>
  <Application>Microsoft Office PowerPoint</Application>
  <PresentationFormat>Custom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Paper to Map flyer</dc:title>
  <dc:subject>PptxGenJS Presentation</dc:subject>
  <dc:creator>PptxGenJS</dc:creator>
  <cp:lastModifiedBy>neelkanth kumar</cp:lastModifiedBy>
  <cp:revision>2</cp:revision>
  <dcterms:created xsi:type="dcterms:W3CDTF">2026-10-06T04:14:33Z</dcterms:created>
  <dcterms:modified xsi:type="dcterms:W3CDTF">2026-10-06T04:45:02Z</dcterms:modified>
</cp:coreProperties>
</file>